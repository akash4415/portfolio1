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100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3CEB6-8E79-EEA5-C6A6-B5436F4267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B04EE2-F522-8D31-7F0C-056055AE0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4E176-F65E-D56B-A1BE-49CE682AC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FA42F-1F6C-4D2E-B918-252A75AE0C04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FFFCC-0EE1-9AA4-EAA4-80A365080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CFBE7-72F0-9C8A-96CC-0C38FFAD2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D0D74-A94C-45A0-8A72-91A90F92B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661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D7D15-3A6E-D464-7A22-BAEC89098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3B3F7-11E6-876F-1E89-9D2153EA9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CA9A8-546C-2D17-F89D-B75C944A5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FA42F-1F6C-4D2E-B918-252A75AE0C04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F5061-2247-D100-E2AE-63C73A39E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DD600-5339-5C74-9CBF-C90919EF7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D0D74-A94C-45A0-8A72-91A90F92B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645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0DAA0-7F6C-9A95-849B-193ACE33A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25958-FE47-9AFE-6095-D77CA48D2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678AF-D557-1945-55B2-109258942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FA42F-1F6C-4D2E-B918-252A75AE0C04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B2ED6-5282-89F1-84D6-AD8101DF8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E70A2-3B5D-51AD-FF7A-2B8B37B64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D0D74-A94C-45A0-8A72-91A90F92B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994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689C4-AEDA-F51A-0196-8DBCEAFCF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C0FE7-1653-42B0-0D18-AB7F29DB66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F0921B-21D5-0061-EBF4-0F402F1B3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91546D-387D-C000-9495-B9471D485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FA42F-1F6C-4D2E-B918-252A75AE0C04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C53E9F-457A-C673-8B4F-44DBBCBA9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56C98-38B7-FB0E-5AE7-D17940A6B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D0D74-A94C-45A0-8A72-91A90F92B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513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3DB73-2BE3-BF61-5138-0DF1328DB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12E021-4020-C987-45C0-DE469AA29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967AB-8371-FFDB-7A30-599BF81B1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CCDDA1-FEA2-06F3-1A59-84581C4593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4B6748-1BE9-4D29-6891-E002A7C76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9E66D4-DA93-B86A-5AB5-50E328A52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FA42F-1F6C-4D2E-B918-252A75AE0C04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685358-0216-9FD6-F01C-221B453D1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A778DF-9CAA-C44C-F4CC-59D3C02B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D0D74-A94C-45A0-8A72-91A90F92B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918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DF2F0-A030-4E22-8A12-8C39E94AD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45F398-0EFE-46DF-AE65-DF53B0479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FA42F-1F6C-4D2E-B918-252A75AE0C04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02FD95-9F00-1C22-F29C-C72D9E778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AE8AAB-FC7F-128F-DCEE-A775B688E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D0D74-A94C-45A0-8A72-91A90F92B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985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13F752-3C71-938A-CB3C-82059582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FA42F-1F6C-4D2E-B918-252A75AE0C04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EC8146-86DA-F8AB-A904-869A464AD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32001-7F39-864C-EF7C-4109CDDF1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D0D74-A94C-45A0-8A72-91A90F92B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777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AF34F-7C32-7C68-A5A5-DCA47317C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A888E-5D6B-3A54-06E4-1629276DD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4077A-5E65-9AEE-2F7F-BAA8DD9A2F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DE0F5-7512-4014-4C4A-2AB48E312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FA42F-1F6C-4D2E-B918-252A75AE0C04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48AFCA-F2A5-4781-7F54-6CA897D7A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33EB8E-07B1-ED80-937C-C448C57A0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D0D74-A94C-45A0-8A72-91A90F92B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142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E0827-3589-8DB3-E4BE-AED0C04C8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9BCFCD-6CB8-F05E-FD64-BEBED3F14F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80180-8574-BCBF-D5BA-6A17C4FE3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E0D17-D798-4FAC-3DBC-F8C126858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FA42F-1F6C-4D2E-B918-252A75AE0C04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3CD83-1160-9484-0844-6D1FF15A5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7316E-77B7-0E1E-55FD-54AC41882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D0D74-A94C-45A0-8A72-91A90F92B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454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51B6E-7D6E-92E4-3194-A1203B823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AF1E8F-7622-5285-5134-FA6482BE2E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19336-6EEC-0094-27AE-B22485250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FA42F-1F6C-4D2E-B918-252A75AE0C04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55A14-5E6C-C5DB-96E4-7519DDD39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653B0-F724-285D-E50C-69AA9DAD4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D0D74-A94C-45A0-8A72-91A90F92B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569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10DDB6-E022-6FB3-9056-A21549ADB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0750BB-B416-9ECB-8B16-5347674FC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462AA-F63F-D3B4-81D8-E5948CFDC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FA42F-1F6C-4D2E-B918-252A75AE0C04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D2347-CCEA-CD34-A0D0-9E544854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F8D6F-1377-2E75-C492-EBC7265D1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D0D74-A94C-45A0-8A72-91A90F92B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804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4D6E7E-0244-747B-D0FA-1173AB0D7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A619A-5A77-1AF9-5775-6CE18B5E4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38CE0-1798-0191-D425-58F28A379B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8FA42F-1F6C-4D2E-B918-252A75AE0C04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0D558-8315-9A1D-3190-EFF2F9D183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315D1-B7AB-AA55-CA1A-6D54C824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D0D74-A94C-45A0-8A72-91A90F92B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318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89FCD-1084-E34A-B5D0-8E5B82FB0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5760" y="243839"/>
            <a:ext cx="9144000" cy="502603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+mn-lt"/>
              </a:rPr>
              <a:t>A/B Test Outcome: Optimal Discount Strategy</a:t>
            </a:r>
            <a:endParaRPr lang="en-IN" sz="3200" b="1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F18C67-C710-0BC2-CABF-4BEBFC01CCF1}"/>
              </a:ext>
            </a:extLst>
          </p:cNvPr>
          <p:cNvSpPr txBox="1"/>
          <p:nvPr/>
        </p:nvSpPr>
        <p:spPr>
          <a:xfrm>
            <a:off x="111760" y="1442601"/>
            <a:ext cx="609600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b="1" dirty="0"/>
              <a:t>Chosen Discount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3BEA90-3422-1120-DC79-9A0DBB2A7EDA}"/>
              </a:ext>
            </a:extLst>
          </p:cNvPr>
          <p:cNvSpPr txBox="1"/>
          <p:nvPr/>
        </p:nvSpPr>
        <p:spPr>
          <a:xfrm>
            <a:off x="111760" y="1935111"/>
            <a:ext cx="6096000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10% Discount</a:t>
            </a:r>
          </a:p>
          <a:p>
            <a:pPr>
              <a:buNone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Higher revenue per user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Strong profit efficiency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Balanced conversion without margin erosion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F06B29-FEFE-D46C-A3EA-0D7C4EBA0F1E}"/>
              </a:ext>
            </a:extLst>
          </p:cNvPr>
          <p:cNvSpPr txBox="1"/>
          <p:nvPr/>
        </p:nvSpPr>
        <p:spPr>
          <a:xfrm>
            <a:off x="3159760" y="3624172"/>
            <a:ext cx="5374640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Rejected Alternative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20% Discount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Higher conversion but lower margins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Incremental volume failed to offset discount cost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Profitability diluted despite higher uptake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0EC63F-17B9-8BC8-B929-E797BD5B2E0B}"/>
              </a:ext>
            </a:extLst>
          </p:cNvPr>
          <p:cNvSpPr txBox="1"/>
          <p:nvPr/>
        </p:nvSpPr>
        <p:spPr>
          <a:xfrm>
            <a:off x="6573520" y="1366197"/>
            <a:ext cx="5374640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Business Impact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Profit vs Volume Trade-off</a:t>
            </a:r>
          </a:p>
          <a:p>
            <a:pPr>
              <a:buNone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20% → Volume-driven, margin-destructive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10% → Profit-driven, sustainable growth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Preferred strategy supports long-term value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F01666-7B16-132E-D2AD-6F25F8556973}"/>
              </a:ext>
            </a:extLst>
          </p:cNvPr>
          <p:cNvSpPr txBox="1"/>
          <p:nvPr/>
        </p:nvSpPr>
        <p:spPr>
          <a:xfrm>
            <a:off x="454660" y="5690831"/>
            <a:ext cx="10325100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Executive Insight:</a:t>
            </a:r>
            <a:br>
              <a:rPr lang="en-US" dirty="0"/>
            </a:br>
            <a:r>
              <a:rPr lang="en-US" i="1" dirty="0"/>
              <a:t>Moderate discounts outperform aggressive promotions when profitability is the objective.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8009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</TotalTime>
  <Words>87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A/B Test Outcome: Optimal Discount Strategy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akashaggarwal200@outlook.com</dc:creator>
  <cp:lastModifiedBy>akashaggarwal200@outlook.com</cp:lastModifiedBy>
  <cp:revision>1</cp:revision>
  <dcterms:created xsi:type="dcterms:W3CDTF">2025-12-27T12:30:01Z</dcterms:created>
  <dcterms:modified xsi:type="dcterms:W3CDTF">2025-12-27T15:00:23Z</dcterms:modified>
</cp:coreProperties>
</file>